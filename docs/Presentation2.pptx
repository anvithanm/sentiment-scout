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E5FEE-8CE4-E05D-D3BC-8030288A935B}" v="51" dt="2024-04-27T00:51:54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vitha Hiriadka" userId="S::hiriadka.a@northeastern.edu::9b4d012b-bee1-455d-ba9c-e54338f224d2" providerId="AD" clId="Web-{3CDE5FEE-8CE4-E05D-D3BC-8030288A935B}"/>
    <pc:docChg chg="addSld modSld">
      <pc:chgData name="Anvitha Hiriadka" userId="S::hiriadka.a@northeastern.edu::9b4d012b-bee1-455d-ba9c-e54338f224d2" providerId="AD" clId="Web-{3CDE5FEE-8CE4-E05D-D3BC-8030288A935B}" dt="2024-04-27T00:51:54.462" v="44" actId="14100"/>
      <pc:docMkLst>
        <pc:docMk/>
      </pc:docMkLst>
      <pc:sldChg chg="addSp delSp modSp new">
        <pc:chgData name="Anvitha Hiriadka" userId="S::hiriadka.a@northeastern.edu::9b4d012b-bee1-455d-ba9c-e54338f224d2" providerId="AD" clId="Web-{3CDE5FEE-8CE4-E05D-D3BC-8030288A935B}" dt="2024-04-27T00:51:54.462" v="44" actId="14100"/>
        <pc:sldMkLst>
          <pc:docMk/>
          <pc:sldMk cId="365566170" sldId="258"/>
        </pc:sldMkLst>
        <pc:spChg chg="del mod">
          <ac:chgData name="Anvitha Hiriadka" userId="S::hiriadka.a@northeastern.edu::9b4d012b-bee1-455d-ba9c-e54338f224d2" providerId="AD" clId="Web-{3CDE5FEE-8CE4-E05D-D3BC-8030288A935B}" dt="2024-04-27T00:48:16.019" v="5"/>
          <ac:spMkLst>
            <pc:docMk/>
            <pc:sldMk cId="365566170" sldId="258"/>
            <ac:spMk id="2" creationId="{C86038E3-BE8E-E6D6-F81D-E05B8F303940}"/>
          </ac:spMkLst>
        </pc:spChg>
        <pc:spChg chg="del">
          <ac:chgData name="Anvitha Hiriadka" userId="S::hiriadka.a@northeastern.edu::9b4d012b-bee1-455d-ba9c-e54338f224d2" providerId="AD" clId="Web-{3CDE5FEE-8CE4-E05D-D3BC-8030288A935B}" dt="2024-04-27T00:36:24.968" v="1"/>
          <ac:spMkLst>
            <pc:docMk/>
            <pc:sldMk cId="365566170" sldId="258"/>
            <ac:spMk id="3" creationId="{240BA08E-567C-8F47-F780-94E7EAE77CB0}"/>
          </ac:spMkLst>
        </pc:spChg>
        <pc:picChg chg="add mod ord">
          <ac:chgData name="Anvitha Hiriadka" userId="S::hiriadka.a@northeastern.edu::9b4d012b-bee1-455d-ba9c-e54338f224d2" providerId="AD" clId="Web-{3CDE5FEE-8CE4-E05D-D3BC-8030288A935B}" dt="2024-04-27T00:50:46.101" v="28" actId="1076"/>
          <ac:picMkLst>
            <pc:docMk/>
            <pc:sldMk cId="365566170" sldId="258"/>
            <ac:picMk id="4" creationId="{C3D992FB-9E5D-E228-0218-12ED3129BCB5}"/>
          </ac:picMkLst>
        </pc:picChg>
        <pc:picChg chg="add mod">
          <ac:chgData name="Anvitha Hiriadka" userId="S::hiriadka.a@northeastern.edu::9b4d012b-bee1-455d-ba9c-e54338f224d2" providerId="AD" clId="Web-{3CDE5FEE-8CE4-E05D-D3BC-8030288A935B}" dt="2024-04-27T00:50:35.726" v="26" actId="14100"/>
          <ac:picMkLst>
            <pc:docMk/>
            <pc:sldMk cId="365566170" sldId="258"/>
            <ac:picMk id="5" creationId="{52DEA10F-CDB5-9492-6D4B-1AA6298E08C8}"/>
          </ac:picMkLst>
        </pc:picChg>
        <pc:picChg chg="add mod">
          <ac:chgData name="Anvitha Hiriadka" userId="S::hiriadka.a@northeastern.edu::9b4d012b-bee1-455d-ba9c-e54338f224d2" providerId="AD" clId="Web-{3CDE5FEE-8CE4-E05D-D3BC-8030288A935B}" dt="2024-04-27T00:51:37.149" v="38" actId="1076"/>
          <ac:picMkLst>
            <pc:docMk/>
            <pc:sldMk cId="365566170" sldId="258"/>
            <ac:picMk id="6" creationId="{EE1587D4-F66F-678F-94CA-BA1D6A29F2D4}"/>
          </ac:picMkLst>
        </pc:picChg>
        <pc:picChg chg="add mod">
          <ac:chgData name="Anvitha Hiriadka" userId="S::hiriadka.a@northeastern.edu::9b4d012b-bee1-455d-ba9c-e54338f224d2" providerId="AD" clId="Web-{3CDE5FEE-8CE4-E05D-D3BC-8030288A935B}" dt="2024-04-27T00:51:41.009" v="39" actId="1076"/>
          <ac:picMkLst>
            <pc:docMk/>
            <pc:sldMk cId="365566170" sldId="258"/>
            <ac:picMk id="7" creationId="{A1921254-7BE0-5BB2-A4A5-BDA3127A426A}"/>
          </ac:picMkLst>
        </pc:picChg>
        <pc:picChg chg="add mod">
          <ac:chgData name="Anvitha Hiriadka" userId="S::hiriadka.a@northeastern.edu::9b4d012b-bee1-455d-ba9c-e54338f224d2" providerId="AD" clId="Web-{3CDE5FEE-8CE4-E05D-D3BC-8030288A935B}" dt="2024-04-27T00:51:10.899" v="34" actId="1076"/>
          <ac:picMkLst>
            <pc:docMk/>
            <pc:sldMk cId="365566170" sldId="258"/>
            <ac:picMk id="8" creationId="{22D8F1FB-B641-B25B-6E13-93C74CD7723F}"/>
          </ac:picMkLst>
        </pc:picChg>
        <pc:picChg chg="add mod">
          <ac:chgData name="Anvitha Hiriadka" userId="S::hiriadka.a@northeastern.edu::9b4d012b-bee1-455d-ba9c-e54338f224d2" providerId="AD" clId="Web-{3CDE5FEE-8CE4-E05D-D3BC-8030288A935B}" dt="2024-04-27T00:51:54.462" v="44" actId="14100"/>
          <ac:picMkLst>
            <pc:docMk/>
            <pc:sldMk cId="365566170" sldId="258"/>
            <ac:picMk id="9" creationId="{A01387D9-02FC-4E53-F180-EBFC40A658C4}"/>
          </ac:picMkLst>
        </pc:picChg>
      </pc:sldChg>
    </pc:docChg>
  </pc:docChgLst>
  <pc:docChgLst>
    <pc:chgData name="Anvitha Hiriadka" userId="S::hiriadka.a@northeastern.edu::9b4d012b-bee1-455d-ba9c-e54338f224d2" providerId="AD" clId="Web-{FC73D3FF-41EA-97F3-D5C5-799754104A89}"/>
    <pc:docChg chg="modSld">
      <pc:chgData name="Anvitha Hiriadka" userId="S::hiriadka.a@northeastern.edu::9b4d012b-bee1-455d-ba9c-e54338f224d2" providerId="AD" clId="Web-{FC73D3FF-41EA-97F3-D5C5-799754104A89}" dt="2024-03-23T04:49:23.140" v="110"/>
      <pc:docMkLst>
        <pc:docMk/>
      </pc:docMkLst>
      <pc:sldChg chg="addSp delSp modSp mod modClrScheme chgLayout">
        <pc:chgData name="Anvitha Hiriadka" userId="S::hiriadka.a@northeastern.edu::9b4d012b-bee1-455d-ba9c-e54338f224d2" providerId="AD" clId="Web-{FC73D3FF-41EA-97F3-D5C5-799754104A89}" dt="2024-03-23T04:49:23.140" v="110"/>
        <pc:sldMkLst>
          <pc:docMk/>
          <pc:sldMk cId="109857222" sldId="256"/>
        </pc:sldMkLst>
        <pc:spChg chg="del mod ord">
          <ac:chgData name="Anvitha Hiriadka" userId="S::hiriadka.a@northeastern.edu::9b4d012b-bee1-455d-ba9c-e54338f224d2" providerId="AD" clId="Web-{FC73D3FF-41EA-97F3-D5C5-799754104A89}" dt="2024-03-23T04:49:15.046" v="109"/>
          <ac:spMkLst>
            <pc:docMk/>
            <pc:sldMk cId="109857222" sldId="256"/>
            <ac:spMk id="2" creationId="{00000000-0000-0000-0000-000000000000}"/>
          </ac:spMkLst>
        </pc:spChg>
        <pc:spChg chg="del mod ord">
          <ac:chgData name="Anvitha Hiriadka" userId="S::hiriadka.a@northeastern.edu::9b4d012b-bee1-455d-ba9c-e54338f224d2" providerId="AD" clId="Web-{FC73D3FF-41EA-97F3-D5C5-799754104A89}" dt="2024-03-23T04:49:10.530" v="108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4:41.790" v="86" actId="20577"/>
          <ac:spMkLst>
            <pc:docMk/>
            <pc:sldMk cId="109857222" sldId="256"/>
            <ac:spMk id="4" creationId="{6FBB55D7-D59C-0CE7-7061-020B50148E28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4:53.088" v="87" actId="20577"/>
          <ac:spMkLst>
            <pc:docMk/>
            <pc:sldMk cId="109857222" sldId="256"/>
            <ac:spMk id="5" creationId="{EBBC5761-615B-7890-9C12-A3696498B364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5:01.229" v="88" actId="20577"/>
          <ac:spMkLst>
            <pc:docMk/>
            <pc:sldMk cId="109857222" sldId="256"/>
            <ac:spMk id="6" creationId="{D95CC094-50FB-2562-2B8A-2147DEE8F033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5:10.401" v="89" actId="20577"/>
          <ac:spMkLst>
            <pc:docMk/>
            <pc:sldMk cId="109857222" sldId="256"/>
            <ac:spMk id="7" creationId="{1E35C9E5-F1A7-710F-C58D-792341821C63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5:18.792" v="90" actId="20577"/>
          <ac:spMkLst>
            <pc:docMk/>
            <pc:sldMk cId="109857222" sldId="256"/>
            <ac:spMk id="8" creationId="{A094802B-E3FE-3F4F-139F-341B314F121D}"/>
          </ac:spMkLst>
        </pc:spChg>
        <pc:spChg chg="add mod">
          <ac:chgData name="Anvitha Hiriadka" userId="S::hiriadka.a@northeastern.edu::9b4d012b-bee1-455d-ba9c-e54338f224d2" providerId="AD" clId="Web-{FC73D3FF-41EA-97F3-D5C5-799754104A89}" dt="2024-03-23T04:45:52.342" v="93" actId="20577"/>
          <ac:spMkLst>
            <pc:docMk/>
            <pc:sldMk cId="109857222" sldId="256"/>
            <ac:spMk id="9" creationId="{E35ABC32-EFC1-7C63-CE75-3619A2C66576}"/>
          </ac:spMkLst>
        </pc:spChg>
        <pc:grpChg chg="add">
          <ac:chgData name="Anvitha Hiriadka" userId="S::hiriadka.a@northeastern.edu::9b4d012b-bee1-455d-ba9c-e54338f224d2" providerId="AD" clId="Web-{FC73D3FF-41EA-97F3-D5C5-799754104A89}" dt="2024-03-23T04:49:23.140" v="110"/>
          <ac:grpSpMkLst>
            <pc:docMk/>
            <pc:sldMk cId="109857222" sldId="256"/>
            <ac:grpSpMk id="15" creationId="{03F2F2AF-5796-0446-058B-F11F6ED3AC16}"/>
          </ac:grpSpMkLst>
        </pc:grpChg>
        <pc:cxnChg chg="add mod">
          <ac:chgData name="Anvitha Hiriadka" userId="S::hiriadka.a@northeastern.edu::9b4d012b-bee1-455d-ba9c-e54338f224d2" providerId="AD" clId="Web-{FC73D3FF-41EA-97F3-D5C5-799754104A89}" dt="2024-03-23T04:46:34.860" v="100" actId="1076"/>
          <ac:cxnSpMkLst>
            <pc:docMk/>
            <pc:sldMk cId="109857222" sldId="256"/>
            <ac:cxnSpMk id="10" creationId="{6DF8BEB1-6D2B-5D5C-7031-AC522950C19E}"/>
          </ac:cxnSpMkLst>
        </pc:cxnChg>
        <pc:cxnChg chg="add mod">
          <ac:chgData name="Anvitha Hiriadka" userId="S::hiriadka.a@northeastern.edu::9b4d012b-bee1-455d-ba9c-e54338f224d2" providerId="AD" clId="Web-{FC73D3FF-41EA-97F3-D5C5-799754104A89}" dt="2024-03-23T04:46:26.813" v="99" actId="1076"/>
          <ac:cxnSpMkLst>
            <pc:docMk/>
            <pc:sldMk cId="109857222" sldId="256"/>
            <ac:cxnSpMk id="11" creationId="{2FEADDC5-A391-78E1-05BC-657762AD9B55}"/>
          </ac:cxnSpMkLst>
        </pc:cxnChg>
        <pc:cxnChg chg="add mod">
          <ac:chgData name="Anvitha Hiriadka" userId="S::hiriadka.a@northeastern.edu::9b4d012b-bee1-455d-ba9c-e54338f224d2" providerId="AD" clId="Web-{FC73D3FF-41EA-97F3-D5C5-799754104A89}" dt="2024-03-23T04:46:50.236" v="102" actId="1076"/>
          <ac:cxnSpMkLst>
            <pc:docMk/>
            <pc:sldMk cId="109857222" sldId="256"/>
            <ac:cxnSpMk id="12" creationId="{297F78B9-5999-4F2A-B3D2-97427D25D1BB}"/>
          </ac:cxnSpMkLst>
        </pc:cxnChg>
        <pc:cxnChg chg="add mod">
          <ac:chgData name="Anvitha Hiriadka" userId="S::hiriadka.a@northeastern.edu::9b4d012b-bee1-455d-ba9c-e54338f224d2" providerId="AD" clId="Web-{FC73D3FF-41EA-97F3-D5C5-799754104A89}" dt="2024-03-23T04:47:00.502" v="104" actId="1076"/>
          <ac:cxnSpMkLst>
            <pc:docMk/>
            <pc:sldMk cId="109857222" sldId="256"/>
            <ac:cxnSpMk id="13" creationId="{64DFD307-4822-77BC-DC45-4CF9F1028CFE}"/>
          </ac:cxnSpMkLst>
        </pc:cxnChg>
        <pc:cxnChg chg="add mod">
          <ac:chgData name="Anvitha Hiriadka" userId="S::hiriadka.a@northeastern.edu::9b4d012b-bee1-455d-ba9c-e54338f224d2" providerId="AD" clId="Web-{FC73D3FF-41EA-97F3-D5C5-799754104A89}" dt="2024-03-23T04:47:08.987" v="106" actId="1076"/>
          <ac:cxnSpMkLst>
            <pc:docMk/>
            <pc:sldMk cId="109857222" sldId="256"/>
            <ac:cxnSpMk id="14" creationId="{3601DCAF-47E0-8516-4C92-B29A340AD92F}"/>
          </ac:cxnSpMkLst>
        </pc:cxnChg>
      </pc:sldChg>
    </pc:docChg>
  </pc:docChgLst>
  <pc:docChgLst>
    <pc:chgData name="Anvitha Hiriadka" userId="S::hiriadka.a@northeastern.edu::9b4d012b-bee1-455d-ba9c-e54338f224d2" providerId="AD" clId="Web-{1C52127D-5D59-FDA8-7F7A-8505AD100DE6}"/>
    <pc:docChg chg="modSld">
      <pc:chgData name="Anvitha Hiriadka" userId="S::hiriadka.a@northeastern.edu::9b4d012b-bee1-455d-ba9c-e54338f224d2" providerId="AD" clId="Web-{1C52127D-5D59-FDA8-7F7A-8505AD100DE6}" dt="2024-04-21T22:01:43.139" v="120" actId="14100"/>
      <pc:docMkLst>
        <pc:docMk/>
      </pc:docMkLst>
      <pc:sldChg chg="addSp delSp modSp">
        <pc:chgData name="Anvitha Hiriadka" userId="S::hiriadka.a@northeastern.edu::9b4d012b-bee1-455d-ba9c-e54338f224d2" providerId="AD" clId="Web-{1C52127D-5D59-FDA8-7F7A-8505AD100DE6}" dt="2024-04-21T22:01:43.139" v="120" actId="14100"/>
        <pc:sldMkLst>
          <pc:docMk/>
          <pc:sldMk cId="109857222" sldId="256"/>
        </pc:sldMkLst>
        <pc:spChg chg="add del mod">
          <ac:chgData name="Anvitha Hiriadka" userId="S::hiriadka.a@northeastern.edu::9b4d012b-bee1-455d-ba9c-e54338f224d2" providerId="AD" clId="Web-{1C52127D-5D59-FDA8-7F7A-8505AD100DE6}" dt="2024-04-21T20:28:58.067" v="12"/>
          <ac:spMkLst>
            <pc:docMk/>
            <pc:sldMk cId="109857222" sldId="256"/>
            <ac:spMk id="2" creationId="{DBA8BF90-D882-3CB7-B03E-B1815952968B}"/>
          </ac:spMkLst>
        </pc:spChg>
        <pc:spChg chg="add mod">
          <ac:chgData name="Anvitha Hiriadka" userId="S::hiriadka.a@northeastern.edu::9b4d012b-bee1-455d-ba9c-e54338f224d2" providerId="AD" clId="Web-{1C52127D-5D59-FDA8-7F7A-8505AD100DE6}" dt="2024-04-21T22:01:22.450" v="118" actId="1076"/>
          <ac:spMkLst>
            <pc:docMk/>
            <pc:sldMk cId="109857222" sldId="256"/>
            <ac:spMk id="3" creationId="{610A5648-CD32-CC2C-B169-1049E786F69C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2:01:04.823" v="114" actId="14100"/>
          <ac:spMkLst>
            <pc:docMk/>
            <pc:sldMk cId="109857222" sldId="256"/>
            <ac:spMk id="4" creationId="{6FBB55D7-D59C-0CE7-7061-020B50148E28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0:35:30.395" v="78" actId="14100"/>
          <ac:spMkLst>
            <pc:docMk/>
            <pc:sldMk cId="109857222" sldId="256"/>
            <ac:spMk id="5" creationId="{EBBC5761-615B-7890-9C12-A3696498B364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0:35:41.380" v="81" actId="14100"/>
          <ac:spMkLst>
            <pc:docMk/>
            <pc:sldMk cId="109857222" sldId="256"/>
            <ac:spMk id="6" creationId="{D95CC094-50FB-2562-2B8A-2147DEE8F033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0:35:50.942" v="83" actId="1076"/>
          <ac:spMkLst>
            <pc:docMk/>
            <pc:sldMk cId="109857222" sldId="256"/>
            <ac:spMk id="7" creationId="{1E35C9E5-F1A7-710F-C58D-792341821C63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0:36:06.818" v="86" actId="14100"/>
          <ac:spMkLst>
            <pc:docMk/>
            <pc:sldMk cId="109857222" sldId="256"/>
            <ac:spMk id="8" creationId="{A094802B-E3FE-3F4F-139F-341B314F121D}"/>
          </ac:spMkLst>
        </pc:spChg>
        <pc:spChg chg="mod">
          <ac:chgData name="Anvitha Hiriadka" userId="S::hiriadka.a@northeastern.edu::9b4d012b-bee1-455d-ba9c-e54338f224d2" providerId="AD" clId="Web-{1C52127D-5D59-FDA8-7F7A-8505AD100DE6}" dt="2024-04-21T20:37:17.258" v="99" actId="1076"/>
          <ac:spMkLst>
            <pc:docMk/>
            <pc:sldMk cId="109857222" sldId="256"/>
            <ac:spMk id="9" creationId="{E35ABC32-EFC1-7C63-CE75-3619A2C66576}"/>
          </ac:spMkLst>
        </pc:spChg>
        <pc:spChg chg="add mod ord">
          <ac:chgData name="Anvitha Hiriadka" userId="S::hiriadka.a@northeastern.edu::9b4d012b-bee1-455d-ba9c-e54338f224d2" providerId="AD" clId="Web-{1C52127D-5D59-FDA8-7F7A-8505AD100DE6}" dt="2024-04-21T22:01:14.808" v="116" actId="1076"/>
          <ac:spMkLst>
            <pc:docMk/>
            <pc:sldMk cId="109857222" sldId="256"/>
            <ac:spMk id="16" creationId="{2C1BA47E-BF34-F106-0127-0CC19FABA3C0}"/>
          </ac:spMkLst>
        </pc:spChg>
        <pc:grpChg chg="mod">
          <ac:chgData name="Anvitha Hiriadka" userId="S::hiriadka.a@northeastern.edu::9b4d012b-bee1-455d-ba9c-e54338f224d2" providerId="AD" clId="Web-{1C52127D-5D59-FDA8-7F7A-8505AD100DE6}" dt="2024-04-21T22:01:09.058" v="115" actId="14100"/>
          <ac:grpSpMkLst>
            <pc:docMk/>
            <pc:sldMk cId="109857222" sldId="256"/>
            <ac:grpSpMk id="15" creationId="{03F2F2AF-5796-0446-058B-F11F6ED3AC16}"/>
          </ac:grpSpMkLst>
        </pc:grpChg>
        <pc:cxnChg chg="mod">
          <ac:chgData name="Anvitha Hiriadka" userId="S::hiriadka.a@northeastern.edu::9b4d012b-bee1-455d-ba9c-e54338f224d2" providerId="AD" clId="Web-{1C52127D-5D59-FDA8-7F7A-8505AD100DE6}" dt="2024-04-21T20:32:03.527" v="47" actId="1076"/>
          <ac:cxnSpMkLst>
            <pc:docMk/>
            <pc:sldMk cId="109857222" sldId="256"/>
            <ac:cxnSpMk id="10" creationId="{6DF8BEB1-6D2B-5D5C-7031-AC522950C19E}"/>
          </ac:cxnSpMkLst>
        </pc:cxnChg>
        <pc:cxnChg chg="mod">
          <ac:chgData name="Anvitha Hiriadka" userId="S::hiriadka.a@northeastern.edu::9b4d012b-bee1-455d-ba9c-e54338f224d2" providerId="AD" clId="Web-{1C52127D-5D59-FDA8-7F7A-8505AD100DE6}" dt="2024-04-21T20:35:34.239" v="79" actId="1076"/>
          <ac:cxnSpMkLst>
            <pc:docMk/>
            <pc:sldMk cId="109857222" sldId="256"/>
            <ac:cxnSpMk id="11" creationId="{2FEADDC5-A391-78E1-05BC-657762AD9B55}"/>
          </ac:cxnSpMkLst>
        </pc:cxnChg>
        <pc:cxnChg chg="mod">
          <ac:chgData name="Anvitha Hiriadka" userId="S::hiriadka.a@northeastern.edu::9b4d012b-bee1-455d-ba9c-e54338f224d2" providerId="AD" clId="Web-{1C52127D-5D59-FDA8-7F7A-8505AD100DE6}" dt="2024-04-21T20:35:44.942" v="82" actId="1076"/>
          <ac:cxnSpMkLst>
            <pc:docMk/>
            <pc:sldMk cId="109857222" sldId="256"/>
            <ac:cxnSpMk id="12" creationId="{297F78B9-5999-4F2A-B3D2-97427D25D1BB}"/>
          </ac:cxnSpMkLst>
        </pc:cxnChg>
        <pc:cxnChg chg="mod">
          <ac:chgData name="Anvitha Hiriadka" userId="S::hiriadka.a@northeastern.edu::9b4d012b-bee1-455d-ba9c-e54338f224d2" providerId="AD" clId="Web-{1C52127D-5D59-FDA8-7F7A-8505AD100DE6}" dt="2024-04-21T20:35:55.443" v="84" actId="1076"/>
          <ac:cxnSpMkLst>
            <pc:docMk/>
            <pc:sldMk cId="109857222" sldId="256"/>
            <ac:cxnSpMk id="13" creationId="{64DFD307-4822-77BC-DC45-4CF9F1028CFE}"/>
          </ac:cxnSpMkLst>
        </pc:cxnChg>
        <pc:cxnChg chg="mod">
          <ac:chgData name="Anvitha Hiriadka" userId="S::hiriadka.a@northeastern.edu::9b4d012b-bee1-455d-ba9c-e54338f224d2" providerId="AD" clId="Web-{1C52127D-5D59-FDA8-7F7A-8505AD100DE6}" dt="2024-04-21T20:36:19.397" v="88" actId="1076"/>
          <ac:cxnSpMkLst>
            <pc:docMk/>
            <pc:sldMk cId="109857222" sldId="256"/>
            <ac:cxnSpMk id="14" creationId="{3601DCAF-47E0-8516-4C92-B29A340AD92F}"/>
          </ac:cxnSpMkLst>
        </pc:cxnChg>
        <pc:cxnChg chg="add mod">
          <ac:chgData name="Anvitha Hiriadka" userId="S::hiriadka.a@northeastern.edu::9b4d012b-bee1-455d-ba9c-e54338f224d2" providerId="AD" clId="Web-{1C52127D-5D59-FDA8-7F7A-8505AD100DE6}" dt="2024-04-21T22:01:43.139" v="120" actId="14100"/>
          <ac:cxnSpMkLst>
            <pc:docMk/>
            <pc:sldMk cId="109857222" sldId="256"/>
            <ac:cxnSpMk id="18" creationId="{E1B57124-E016-4C1A-6BB1-D34DB8BF1E2D}"/>
          </ac:cxnSpMkLst>
        </pc:cxnChg>
      </pc:sldChg>
    </pc:docChg>
  </pc:docChgLst>
  <pc:docChgLst>
    <pc:chgData name="Anvitha Hiriadka" userId="S::hiriadka.a@northeastern.edu::9b4d012b-bee1-455d-ba9c-e54338f224d2" providerId="AD" clId="Web-{111A2087-5656-D54B-1CCB-FD4FD14DC523}"/>
    <pc:docChg chg="addSld modSld">
      <pc:chgData name="Anvitha Hiriadka" userId="S::hiriadka.a@northeastern.edu::9b4d012b-bee1-455d-ba9c-e54338f224d2" providerId="AD" clId="Web-{111A2087-5656-D54B-1CCB-FD4FD14DC523}" dt="2024-04-22T12:54:16.291" v="38"/>
      <pc:docMkLst>
        <pc:docMk/>
      </pc:docMkLst>
      <pc:sldChg chg="modSp">
        <pc:chgData name="Anvitha Hiriadka" userId="S::hiriadka.a@northeastern.edu::9b4d012b-bee1-455d-ba9c-e54338f224d2" providerId="AD" clId="Web-{111A2087-5656-D54B-1CCB-FD4FD14DC523}" dt="2024-04-22T06:39:57.571" v="36" actId="1076"/>
        <pc:sldMkLst>
          <pc:docMk/>
          <pc:sldMk cId="109857222" sldId="256"/>
        </pc:sldMkLst>
        <pc:spChg chg="mod">
          <ac:chgData name="Anvitha Hiriadka" userId="S::hiriadka.a@northeastern.edu::9b4d012b-bee1-455d-ba9c-e54338f224d2" providerId="AD" clId="Web-{111A2087-5656-D54B-1CCB-FD4FD14DC523}" dt="2024-04-22T06:39:54.633" v="35" actId="14100"/>
          <ac:spMkLst>
            <pc:docMk/>
            <pc:sldMk cId="109857222" sldId="256"/>
            <ac:spMk id="3" creationId="{610A5648-CD32-CC2C-B169-1049E786F69C}"/>
          </ac:spMkLst>
        </pc:spChg>
        <pc:spChg chg="mod">
          <ac:chgData name="Anvitha Hiriadka" userId="S::hiriadka.a@northeastern.edu::9b4d012b-bee1-455d-ba9c-e54338f224d2" providerId="AD" clId="Web-{111A2087-5656-D54B-1CCB-FD4FD14DC523}" dt="2024-04-22T06:36:22.859" v="15" actId="14100"/>
          <ac:spMkLst>
            <pc:docMk/>
            <pc:sldMk cId="109857222" sldId="256"/>
            <ac:spMk id="5" creationId="{EBBC5761-615B-7890-9C12-A3696498B364}"/>
          </ac:spMkLst>
        </pc:spChg>
        <pc:spChg chg="mod">
          <ac:chgData name="Anvitha Hiriadka" userId="S::hiriadka.a@northeastern.edu::9b4d012b-bee1-455d-ba9c-e54338f224d2" providerId="AD" clId="Web-{111A2087-5656-D54B-1CCB-FD4FD14DC523}" dt="2024-04-22T06:37:07.111" v="22" actId="20577"/>
          <ac:spMkLst>
            <pc:docMk/>
            <pc:sldMk cId="109857222" sldId="256"/>
            <ac:spMk id="6" creationId="{D95CC094-50FB-2562-2B8A-2147DEE8F033}"/>
          </ac:spMkLst>
        </pc:spChg>
        <pc:spChg chg="mod">
          <ac:chgData name="Anvitha Hiriadka" userId="S::hiriadka.a@northeastern.edu::9b4d012b-bee1-455d-ba9c-e54338f224d2" providerId="AD" clId="Web-{111A2087-5656-D54B-1CCB-FD4FD14DC523}" dt="2024-04-22T06:39:15.381" v="28" actId="1076"/>
          <ac:spMkLst>
            <pc:docMk/>
            <pc:sldMk cId="109857222" sldId="256"/>
            <ac:spMk id="7" creationId="{1E35C9E5-F1A7-710F-C58D-792341821C63}"/>
          </ac:spMkLst>
        </pc:spChg>
        <pc:spChg chg="mod">
          <ac:chgData name="Anvitha Hiriadka" userId="S::hiriadka.a@northeastern.edu::9b4d012b-bee1-455d-ba9c-e54338f224d2" providerId="AD" clId="Web-{111A2087-5656-D54B-1CCB-FD4FD14DC523}" dt="2024-04-22T06:39:35.257" v="31" actId="14100"/>
          <ac:spMkLst>
            <pc:docMk/>
            <pc:sldMk cId="109857222" sldId="256"/>
            <ac:spMk id="8" creationId="{A094802B-E3FE-3F4F-139F-341B314F121D}"/>
          </ac:spMkLst>
        </pc:spChg>
        <pc:spChg chg="mod">
          <ac:chgData name="Anvitha Hiriadka" userId="S::hiriadka.a@northeastern.edu::9b4d012b-bee1-455d-ba9c-e54338f224d2" providerId="AD" clId="Web-{111A2087-5656-D54B-1CCB-FD4FD14DC523}" dt="2024-04-22T06:39:47.086" v="33" actId="1076"/>
          <ac:spMkLst>
            <pc:docMk/>
            <pc:sldMk cId="109857222" sldId="256"/>
            <ac:spMk id="16" creationId="{2C1BA47E-BF34-F106-0127-0CC19FABA3C0}"/>
          </ac:spMkLst>
        </pc:spChg>
        <pc:grpChg chg="mod">
          <ac:chgData name="Anvitha Hiriadka" userId="S::hiriadka.a@northeastern.edu::9b4d012b-bee1-455d-ba9c-e54338f224d2" providerId="AD" clId="Web-{111A2087-5656-D54B-1CCB-FD4FD14DC523}" dt="2024-04-22T06:36:15.577" v="14" actId="1076"/>
          <ac:grpSpMkLst>
            <pc:docMk/>
            <pc:sldMk cId="109857222" sldId="256"/>
            <ac:grpSpMk id="15" creationId="{03F2F2AF-5796-0446-058B-F11F6ED3AC16}"/>
          </ac:grpSpMkLst>
        </pc:grpChg>
        <pc:cxnChg chg="mod">
          <ac:chgData name="Anvitha Hiriadka" userId="S::hiriadka.a@northeastern.edu::9b4d012b-bee1-455d-ba9c-e54338f224d2" providerId="AD" clId="Web-{111A2087-5656-D54B-1CCB-FD4FD14DC523}" dt="2024-04-22T06:39:25.429" v="30" actId="14100"/>
          <ac:cxnSpMkLst>
            <pc:docMk/>
            <pc:sldMk cId="109857222" sldId="256"/>
            <ac:cxnSpMk id="12" creationId="{297F78B9-5999-4F2A-B3D2-97427D25D1BB}"/>
          </ac:cxnSpMkLst>
        </pc:cxnChg>
        <pc:cxnChg chg="mod">
          <ac:chgData name="Anvitha Hiriadka" userId="S::hiriadka.a@northeastern.edu::9b4d012b-bee1-455d-ba9c-e54338f224d2" providerId="AD" clId="Web-{111A2087-5656-D54B-1CCB-FD4FD14DC523}" dt="2024-04-22T06:38:52.818" v="26" actId="1076"/>
          <ac:cxnSpMkLst>
            <pc:docMk/>
            <pc:sldMk cId="109857222" sldId="256"/>
            <ac:cxnSpMk id="13" creationId="{64DFD307-4822-77BC-DC45-4CF9F1028CFE}"/>
          </ac:cxnSpMkLst>
        </pc:cxnChg>
        <pc:cxnChg chg="mod">
          <ac:chgData name="Anvitha Hiriadka" userId="S::hiriadka.a@northeastern.edu::9b4d012b-bee1-455d-ba9c-e54338f224d2" providerId="AD" clId="Web-{111A2087-5656-D54B-1CCB-FD4FD14DC523}" dt="2024-04-22T06:39:39.382" v="32" actId="1076"/>
          <ac:cxnSpMkLst>
            <pc:docMk/>
            <pc:sldMk cId="109857222" sldId="256"/>
            <ac:cxnSpMk id="14" creationId="{3601DCAF-47E0-8516-4C92-B29A340AD92F}"/>
          </ac:cxnSpMkLst>
        </pc:cxnChg>
        <pc:cxnChg chg="mod">
          <ac:chgData name="Anvitha Hiriadka" userId="S::hiriadka.a@northeastern.edu::9b4d012b-bee1-455d-ba9c-e54338f224d2" providerId="AD" clId="Web-{111A2087-5656-D54B-1CCB-FD4FD14DC523}" dt="2024-04-22T06:39:57.571" v="36" actId="1076"/>
          <ac:cxnSpMkLst>
            <pc:docMk/>
            <pc:sldMk cId="109857222" sldId="256"/>
            <ac:cxnSpMk id="18" creationId="{E1B57124-E016-4C1A-6BB1-D34DB8BF1E2D}"/>
          </ac:cxnSpMkLst>
        </pc:cxnChg>
      </pc:sldChg>
      <pc:sldChg chg="addSp delSp modSp new">
        <pc:chgData name="Anvitha Hiriadka" userId="S::hiriadka.a@northeastern.edu::9b4d012b-bee1-455d-ba9c-e54338f224d2" providerId="AD" clId="Web-{111A2087-5656-D54B-1CCB-FD4FD14DC523}" dt="2024-04-22T12:54:16.291" v="38"/>
        <pc:sldMkLst>
          <pc:docMk/>
          <pc:sldMk cId="2274970168" sldId="257"/>
        </pc:sldMkLst>
        <pc:spChg chg="del">
          <ac:chgData name="Anvitha Hiriadka" userId="S::hiriadka.a@northeastern.edu::9b4d012b-bee1-455d-ba9c-e54338f224d2" providerId="AD" clId="Web-{111A2087-5656-D54B-1CCB-FD4FD14DC523}" dt="2024-04-22T12:54:16.291" v="38"/>
          <ac:spMkLst>
            <pc:docMk/>
            <pc:sldMk cId="2274970168" sldId="257"/>
            <ac:spMk id="3" creationId="{14762372-4E3E-C25C-5825-B39DD4E3706F}"/>
          </ac:spMkLst>
        </pc:spChg>
        <pc:picChg chg="add mod ord">
          <ac:chgData name="Anvitha Hiriadka" userId="S::hiriadka.a@northeastern.edu::9b4d012b-bee1-455d-ba9c-e54338f224d2" providerId="AD" clId="Web-{111A2087-5656-D54B-1CCB-FD4FD14DC523}" dt="2024-04-22T12:54:16.291" v="38"/>
          <ac:picMkLst>
            <pc:docMk/>
            <pc:sldMk cId="2274970168" sldId="257"/>
            <ac:picMk id="4" creationId="{C3642288-0ED7-D7CB-18B5-02DA2BCB89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3F2F2AF-5796-0446-058B-F11F6ED3AC16}"/>
              </a:ext>
            </a:extLst>
          </p:cNvPr>
          <p:cNvGrpSpPr/>
          <p:nvPr/>
        </p:nvGrpSpPr>
        <p:grpSpPr>
          <a:xfrm>
            <a:off x="690855" y="2970970"/>
            <a:ext cx="10583079" cy="911109"/>
            <a:chOff x="918465" y="2975918"/>
            <a:chExt cx="11228179" cy="9111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BB55D7-D59C-0CE7-7061-020B50148E28}"/>
                </a:ext>
              </a:extLst>
            </p:cNvPr>
            <p:cNvSpPr/>
            <p:nvPr/>
          </p:nvSpPr>
          <p:spPr>
            <a:xfrm>
              <a:off x="918465" y="2975918"/>
              <a:ext cx="1296513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Data Set</a:t>
              </a:r>
              <a:b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</a:br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+ </a:t>
              </a:r>
              <a:b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</a:br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Data Exploration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BC5761-615B-7890-9C12-A3696498B364}"/>
                </a:ext>
              </a:extLst>
            </p:cNvPr>
            <p:cNvSpPr/>
            <p:nvPr/>
          </p:nvSpPr>
          <p:spPr>
            <a:xfrm>
              <a:off x="2471887" y="2975918"/>
              <a:ext cx="1443123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Data </a:t>
              </a:r>
              <a:br>
                <a:rPr lang="en-US" sz="1500" dirty="0">
                  <a:latin typeface="Times New Roman"/>
                  <a:cs typeface="Times New Roman"/>
                </a:rPr>
              </a:br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Pre-processing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5CC094-50FB-2562-2B8A-2147DEE8F033}"/>
                </a:ext>
              </a:extLst>
            </p:cNvPr>
            <p:cNvSpPr/>
            <p:nvPr/>
          </p:nvSpPr>
          <p:spPr>
            <a:xfrm>
              <a:off x="4178342" y="2975918"/>
              <a:ext cx="1599006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Feature </a:t>
              </a:r>
              <a:r>
                <a:rPr lang="en-US" sz="1500">
                  <a:solidFill>
                    <a:schemeClr val="tx1"/>
                  </a:solidFill>
                  <a:latin typeface="Times New Roman"/>
                  <a:cs typeface="Times New Roman"/>
                </a:rPr>
                <a:t>Engineering</a:t>
              </a:r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+ Aspect extraction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35C9E5-F1A7-710F-C58D-792341821C63}"/>
                </a:ext>
              </a:extLst>
            </p:cNvPr>
            <p:cNvSpPr/>
            <p:nvPr/>
          </p:nvSpPr>
          <p:spPr>
            <a:xfrm>
              <a:off x="6093798" y="2975918"/>
              <a:ext cx="1114928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Feature Extraction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4802B-E3FE-3F4F-139F-341B314F121D}"/>
                </a:ext>
              </a:extLst>
            </p:cNvPr>
            <p:cNvSpPr/>
            <p:nvPr/>
          </p:nvSpPr>
          <p:spPr>
            <a:xfrm>
              <a:off x="7441196" y="2980865"/>
              <a:ext cx="1257062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5ABC32-EFC1-7C63-CE75-3619A2C66576}"/>
                </a:ext>
              </a:extLst>
            </p:cNvPr>
            <p:cNvSpPr/>
            <p:nvPr/>
          </p:nvSpPr>
          <p:spPr>
            <a:xfrm>
              <a:off x="10643241" y="2980865"/>
              <a:ext cx="1503403" cy="9061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Performance/</a:t>
              </a:r>
              <a:b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</a:br>
              <a:r>
                <a:rPr lang="en-US" sz="15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Accuracy Evaluation</a:t>
              </a:r>
              <a:endParaRPr lang="en-US" sz="15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F8BEB1-6D2B-5D5C-7031-AC522950C19E}"/>
                </a:ext>
              </a:extLst>
            </p:cNvPr>
            <p:cNvCxnSpPr/>
            <p:nvPr/>
          </p:nvCxnSpPr>
          <p:spPr>
            <a:xfrm flipV="1">
              <a:off x="2215885" y="3422018"/>
              <a:ext cx="245075" cy="2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FEADDC5-A391-78E1-05BC-657762AD9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3320" y="3427969"/>
              <a:ext cx="245076" cy="2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97F78B9-5999-4F2A-B3D2-97427D25D1BB}"/>
                </a:ext>
              </a:extLst>
            </p:cNvPr>
            <p:cNvCxnSpPr>
              <a:cxnSpLocks/>
            </p:cNvCxnSpPr>
            <p:nvPr/>
          </p:nvCxnSpPr>
          <p:spPr>
            <a:xfrm>
              <a:off x="5800445" y="3425081"/>
              <a:ext cx="329069" cy="7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4DFD307-4822-77BC-DC45-4CF9F1028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6157" y="3427969"/>
              <a:ext cx="245075" cy="2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601DCAF-47E0-8516-4C92-B29A340AD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827" y="3426965"/>
              <a:ext cx="245075" cy="2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A47E-BF34-F106-0127-0CC19FABA3C0}"/>
              </a:ext>
            </a:extLst>
          </p:cNvPr>
          <p:cNvSpPr/>
          <p:nvPr/>
        </p:nvSpPr>
        <p:spPr>
          <a:xfrm>
            <a:off x="8273141" y="2968830"/>
            <a:ext cx="1266702" cy="915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A5648-CD32-CC2C-B169-1049E786F69C}"/>
              </a:ext>
            </a:extLst>
          </p:cNvPr>
          <p:cNvSpPr txBox="1"/>
          <p:nvPr/>
        </p:nvSpPr>
        <p:spPr>
          <a:xfrm>
            <a:off x="8381010" y="3150921"/>
            <a:ext cx="98169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latin typeface="Times New Roman"/>
                <a:cs typeface="Times New Roman"/>
              </a:rPr>
              <a:t>Testing/</a:t>
            </a:r>
            <a:br>
              <a:rPr lang="en-US" sz="1500" dirty="0">
                <a:latin typeface="Times New Roman"/>
                <a:cs typeface="Times New Roman"/>
              </a:rPr>
            </a:br>
            <a:r>
              <a:rPr lang="en-US" sz="1500" dirty="0">
                <a:latin typeface="Times New Roman"/>
                <a:cs typeface="Times New Roman"/>
              </a:rPr>
              <a:t>Prediction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B57124-E016-4C1A-6BB1-D34DB8BF1E2D}"/>
              </a:ext>
            </a:extLst>
          </p:cNvPr>
          <p:cNvCxnSpPr>
            <a:cxnSpLocks/>
          </p:cNvCxnSpPr>
          <p:nvPr/>
        </p:nvCxnSpPr>
        <p:spPr>
          <a:xfrm flipV="1">
            <a:off x="9542792" y="3425975"/>
            <a:ext cx="298082" cy="7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6828-4B12-33D8-0926-51EABAEB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642288-0ED7-D7CB-18B5-02DA2BCB8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827" y="1825625"/>
            <a:ext cx="6094346" cy="4351338"/>
          </a:xfrm>
        </p:spPr>
      </p:pic>
    </p:spTree>
    <p:extLst>
      <p:ext uri="{BB962C8B-B14F-4D97-AF65-F5344CB8AC3E}">
        <p14:creationId xmlns:p14="http://schemas.microsoft.com/office/powerpoint/2010/main" val="227497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computer&#10;&#10;Description automatically generated">
            <a:extLst>
              <a:ext uri="{FF2B5EF4-FFF2-40B4-BE49-F238E27FC236}">
                <a16:creationId xmlns:a16="http://schemas.microsoft.com/office/drawing/2014/main" id="{C3D992FB-9E5D-E228-0218-12ED3129B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1202" y="147751"/>
            <a:ext cx="3190998" cy="3258787"/>
          </a:xfr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2DEA10F-CDB5-9492-6D4B-1AA6298E0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8" y="149432"/>
            <a:ext cx="3161310" cy="3248891"/>
          </a:xfrm>
          <a:prstGeom prst="rect">
            <a:avLst/>
          </a:prstGeom>
        </p:spPr>
      </p:pic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EE1587D4-F66F-678F-94CA-BA1D6A29F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0" y="3588327"/>
            <a:ext cx="3186051" cy="3268683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A1921254-7BE0-5BB2-A4A5-BDA3127A4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202" y="3622963"/>
            <a:ext cx="3161309" cy="3234046"/>
          </a:xfrm>
          <a:prstGeom prst="rect">
            <a:avLst/>
          </a:prstGeom>
        </p:spPr>
      </p:pic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22D8F1FB-B641-B25B-6E13-93C74CD77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864" y="184067"/>
            <a:ext cx="3077194" cy="3184567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A01387D9-02FC-4E53-F180-EBFC40A658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1864" y="3608119"/>
            <a:ext cx="3077193" cy="322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234</cp:revision>
  <dcterms:created xsi:type="dcterms:W3CDTF">2024-03-23T04:38:04Z</dcterms:created>
  <dcterms:modified xsi:type="dcterms:W3CDTF">2024-04-27T00:51:56Z</dcterms:modified>
</cp:coreProperties>
</file>